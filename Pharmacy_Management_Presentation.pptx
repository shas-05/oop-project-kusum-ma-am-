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06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1965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708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86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315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2390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0836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377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3625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223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896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81187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05106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6456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75735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6786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36424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0155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991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latin typeface="Comic Sans MS" panose="030F0702030302020204" pitchFamily="66" charset="0"/>
              </a:rPr>
              <a:t>Pharmacy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Course ID : </a:t>
            </a:r>
            <a:r>
              <a:rPr lang="en-US" b="1" dirty="0"/>
              <a:t>ITDC0201</a:t>
            </a:r>
          </a:p>
          <a:p>
            <a:r>
              <a:rPr dirty="0"/>
              <a:t>Using C++ Object-Oriented Programming</a:t>
            </a:r>
            <a:endParaRPr lang="en-US" dirty="0"/>
          </a:p>
          <a:p>
            <a:r>
              <a:rPr lang="en-US" dirty="0"/>
              <a:t>Presented To : </a:t>
            </a:r>
            <a:r>
              <a:rPr lang="en-US" b="1" dirty="0"/>
              <a:t>Ms. Kusum Bharti</a:t>
            </a:r>
          </a:p>
          <a:p>
            <a:r>
              <a:rPr dirty="0"/>
              <a:t>Presented by: </a:t>
            </a:r>
            <a:r>
              <a:rPr lang="en-US" b="1" dirty="0"/>
              <a:t>Shashank Gupta(24124104)</a:t>
            </a:r>
          </a:p>
          <a:p>
            <a:pPr lvl="4"/>
            <a:r>
              <a:rPr lang="en-US" sz="2400" dirty="0"/>
              <a:t>R</a:t>
            </a:r>
            <a:r>
              <a:rPr lang="en-US" sz="2400" b="1" dirty="0"/>
              <a:t>ishu </a:t>
            </a:r>
            <a:r>
              <a:rPr lang="en-US" sz="2400" b="1" dirty="0" err="1"/>
              <a:t>Kesharwani</a:t>
            </a:r>
            <a:r>
              <a:rPr lang="en-US" sz="2400" b="1" dirty="0"/>
              <a:t>(24124095)</a:t>
            </a:r>
            <a:endParaRPr sz="2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• Motivation</a:t>
            </a:r>
          </a:p>
          <a:p>
            <a:r>
              <a:t>• System Design</a:t>
            </a:r>
          </a:p>
          <a:p>
            <a:r>
              <a:t>• OOP Concepts</a:t>
            </a:r>
          </a:p>
          <a:p>
            <a:r>
              <a:t>• Workflow</a:t>
            </a:r>
          </a:p>
          <a:p>
            <a:r>
              <a:t>• Demo Output</a:t>
            </a:r>
          </a:p>
          <a:p>
            <a:r>
              <a:t>• Conclusion</a:t>
            </a:r>
          </a:p>
          <a:p>
            <a:r>
              <a:t>•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Manual pharmacy records are slow and error-prone</a:t>
            </a:r>
          </a:p>
          <a:p>
            <a:r>
              <a:rPr dirty="0"/>
              <a:t>• Stock mismanagement → loss of sales</a:t>
            </a:r>
          </a:p>
          <a:p>
            <a:r>
              <a:rPr dirty="0"/>
              <a:t>• Automation improves accuracy and speed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omic Sans MS" panose="030F0702030302020204" pitchFamily="66" charset="0"/>
              </a:rP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Stores medicine details</a:t>
            </a:r>
          </a:p>
          <a:p>
            <a:r>
              <a:t>• Allows adding &amp; updating stock</a:t>
            </a:r>
          </a:p>
          <a:p>
            <a:r>
              <a:t>• Billing system with price calculation</a:t>
            </a:r>
          </a:p>
          <a:p>
            <a:r>
              <a:t>• Extensible modular OOP structure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omic Sans MS" panose="030F0702030302020204" pitchFamily="66" charset="0"/>
              </a:rPr>
              <a:t>OOP Principles Applied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Encapsulation — private data in classes</a:t>
            </a:r>
          </a:p>
          <a:p>
            <a:r>
              <a:t>✅ Inheritance — Antibiotic, Painkiller from Medicine</a:t>
            </a:r>
          </a:p>
          <a:p>
            <a:r>
              <a:t>✅ Polymorphism — showDetails() overridden</a:t>
            </a:r>
          </a:p>
          <a:p>
            <a:r>
              <a:t>✅ Abstraction — Medicine as an abstract base class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(Insert UML Diagram Here)</a:t>
            </a:r>
          </a:p>
          <a:p>
            <a:r>
              <a:rPr dirty="0"/>
              <a:t>Medicine</a:t>
            </a:r>
          </a:p>
          <a:p>
            <a:r>
              <a:rPr dirty="0"/>
              <a:t>  ↳ Antibiotic</a:t>
            </a:r>
          </a:p>
          <a:p>
            <a:r>
              <a:rPr dirty="0"/>
              <a:t>  ↳ Painkiller</a:t>
            </a:r>
          </a:p>
          <a:p>
            <a:r>
              <a:rPr dirty="0"/>
              <a:t>Pharmacy &amp; Bill Controller</a:t>
            </a:r>
          </a:p>
        </p:txBody>
      </p:sp>
      <p:sp>
        <p:nvSpPr>
          <p:cNvPr id="6" name="AutoShape 2" descr="Output image">
            <a:extLst>
              <a:ext uri="{FF2B5EF4-FFF2-40B4-BE49-F238E27FC236}">
                <a16:creationId xmlns:a16="http://schemas.microsoft.com/office/drawing/2014/main" id="{09C84739-3004-CD99-0D31-418072E9D97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41050" y="1298050"/>
            <a:ext cx="2283350" cy="228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AAFBDA-2980-5814-A07A-67A85F9AF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865" y="850790"/>
            <a:ext cx="6798735" cy="52930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omic Sans MS" panose="030F0702030302020204" pitchFamily="66" charset="0"/>
              </a:rP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1️⃣ Add Medicines</a:t>
            </a:r>
          </a:p>
          <a:p>
            <a:r>
              <a:rPr dirty="0"/>
              <a:t>2️⃣ Display Inventory</a:t>
            </a:r>
          </a:p>
          <a:p>
            <a:r>
              <a:rPr dirty="0"/>
              <a:t>3️⃣ User Purchases Product</a:t>
            </a:r>
          </a:p>
          <a:p>
            <a:r>
              <a:rPr dirty="0"/>
              <a:t>4️⃣ Bill Generated</a:t>
            </a:r>
          </a:p>
          <a:p>
            <a:r>
              <a:rPr dirty="0"/>
              <a:t>5️⃣ Stock Updated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omic Sans MS" panose="030F0702030302020204" pitchFamily="66" charset="0"/>
              </a:rPr>
              <a:t>Sample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Console Output Example:</a:t>
            </a:r>
          </a:p>
          <a:p>
            <a:r>
              <a:rPr dirty="0"/>
              <a:t>Add → Show → Bill</a:t>
            </a:r>
          </a:p>
          <a:p>
            <a:r>
              <a:rPr dirty="0"/>
              <a:t>(Insert Screenshot Here)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BCD0D0-841E-A34D-B9C7-DD6A39262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839" y="2297841"/>
            <a:ext cx="7368321" cy="38295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B93208-5597-7E4A-BC71-07AAC4663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000" y="543882"/>
            <a:ext cx="7998000" cy="28851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735B68-CE91-F69C-0C94-C541A9A29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00" y="3429000"/>
            <a:ext cx="7998000" cy="2885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924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omic Sans MS" panose="030F0702030302020204" pitchFamily="66" charset="0"/>
              </a:rP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File/database storage</a:t>
            </a:r>
          </a:p>
          <a:p>
            <a:r>
              <a:t>• Medicine expiry monitoring</a:t>
            </a:r>
          </a:p>
          <a:p>
            <a:r>
              <a:t>• Supplier &amp; purchase history</a:t>
            </a:r>
          </a:p>
          <a:p>
            <a:r>
              <a:t>• POS barcode scanning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omic Sans MS" panose="030F0702030302020204" pitchFamily="66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Fully automated basic pharmacy operations</a:t>
            </a:r>
          </a:p>
          <a:p>
            <a:r>
              <a:t>• Demonstrates essential OOP principles in C++</a:t>
            </a:r>
          </a:p>
          <a:p>
            <a:r>
              <a:t>• Highly scalable design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omic Sans MS" panose="030F0702030302020204" pitchFamily="66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C++ Standard Library Documentation</a:t>
            </a:r>
          </a:p>
          <a:p>
            <a:r>
              <a:t>• Class lecture notes</a:t>
            </a:r>
          </a:p>
          <a:p>
            <a:r>
              <a:t>• Object-Oriented Design best practices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22</TotalTime>
  <Words>233</Words>
  <Application>Microsoft Office PowerPoint</Application>
  <PresentationFormat>On-screen Show (4:3)</PresentationFormat>
  <Paragraphs>56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Comic Sans MS</vt:lpstr>
      <vt:lpstr>Garamond</vt:lpstr>
      <vt:lpstr>Organic</vt:lpstr>
      <vt:lpstr>Pharmacy Management System</vt:lpstr>
      <vt:lpstr>Outline</vt:lpstr>
      <vt:lpstr>Motivation</vt:lpstr>
      <vt:lpstr>System Overview</vt:lpstr>
      <vt:lpstr>OOP Principles Applied</vt:lpstr>
      <vt:lpstr>PowerPoint Presentation</vt:lpstr>
      <vt:lpstr>Workflow</vt:lpstr>
      <vt:lpstr>Sample Output</vt:lpstr>
      <vt:lpstr>PowerPoint Presentation</vt:lpstr>
      <vt:lpstr>Future Enhancements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shashank.cms.2005@outlook.com</cp:lastModifiedBy>
  <cp:revision>2</cp:revision>
  <dcterms:created xsi:type="dcterms:W3CDTF">2013-01-27T09:14:16Z</dcterms:created>
  <dcterms:modified xsi:type="dcterms:W3CDTF">2025-11-07T19:05:41Z</dcterms:modified>
  <cp:category/>
</cp:coreProperties>
</file>